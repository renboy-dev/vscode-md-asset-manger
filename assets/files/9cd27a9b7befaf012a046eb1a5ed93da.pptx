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267F2"/>
    <a:srgbClr val="103FEC"/>
    <a:srgbClr val="99C7F6"/>
    <a:srgbClr val="B296F8"/>
    <a:srgbClr val="99F5CD"/>
    <a:srgbClr val="5C3DF7"/>
    <a:srgbClr val="9DE3F2"/>
    <a:srgbClr val="9CB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092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 descr="LOGO-英文"/>
          <p:cNvPicPr>
            <a:picLocks noChangeAspect="1"/>
          </p:cNvPicPr>
          <p:nvPr/>
        </p:nvPicPr>
        <p:blipFill>
          <a:blip r:embed="rId1">
            <a:alphaModFix amt="2000"/>
            <a:biLevel thresh="50000"/>
          </a:blip>
          <a:stretch>
            <a:fillRect/>
          </a:stretch>
        </p:blipFill>
        <p:spPr>
          <a:xfrm>
            <a:off x="4224020" y="2084705"/>
            <a:ext cx="8154035" cy="2634615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>
          <a:xfrm>
            <a:off x="-25400" y="0"/>
            <a:ext cx="461962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27" h="10801">
                <a:moveTo>
                  <a:pt x="0" y="0"/>
                </a:moveTo>
                <a:lnTo>
                  <a:pt x="6060" y="0"/>
                </a:lnTo>
                <a:lnTo>
                  <a:pt x="6123" y="55"/>
                </a:lnTo>
                <a:cubicBezTo>
                  <a:pt x="7598" y="1363"/>
                  <a:pt x="8527" y="3273"/>
                  <a:pt x="8527" y="5400"/>
                </a:cubicBezTo>
                <a:cubicBezTo>
                  <a:pt x="8527" y="7527"/>
                  <a:pt x="7598" y="9437"/>
                  <a:pt x="6123" y="10745"/>
                </a:cubicBezTo>
                <a:lnTo>
                  <a:pt x="6059" y="10801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9DE3F2"/>
              </a:gs>
              <a:gs pos="54000">
                <a:srgbClr val="99C7F6"/>
              </a:gs>
              <a:gs pos="100000">
                <a:srgbClr val="4267F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2051" name="文本框 7"/>
          <p:cNvSpPr txBox="1"/>
          <p:nvPr/>
        </p:nvSpPr>
        <p:spPr>
          <a:xfrm>
            <a:off x="5881370" y="836930"/>
            <a:ext cx="237363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5400" b="1">
                <a:solidFill>
                  <a:srgbClr val="4267F2"/>
                </a:solidFill>
                <a:latin typeface="微软雅黑" panose="020B0503020204020204" charset="-122"/>
                <a:ea typeface="微软雅黑" panose="020B0503020204020204" charset="-122"/>
              </a:rPr>
              <a:t>某某某</a:t>
            </a:r>
            <a:endParaRPr lang="zh-CN" altLang="en-US" sz="5400" b="1">
              <a:solidFill>
                <a:srgbClr val="4267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10361930" y="-27305"/>
            <a:ext cx="1830070" cy="14649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0" h="2722">
                <a:moveTo>
                  <a:pt x="59" y="0"/>
                </a:moveTo>
                <a:lnTo>
                  <a:pt x="3400" y="0"/>
                </a:lnTo>
                <a:lnTo>
                  <a:pt x="3400" y="2376"/>
                </a:lnTo>
                <a:lnTo>
                  <a:pt x="3358" y="2402"/>
                </a:lnTo>
                <a:cubicBezTo>
                  <a:pt x="3024" y="2605"/>
                  <a:pt x="2631" y="2722"/>
                  <a:pt x="2212" y="2722"/>
                </a:cubicBezTo>
                <a:cubicBezTo>
                  <a:pt x="990" y="2722"/>
                  <a:pt x="0" y="1732"/>
                  <a:pt x="0" y="511"/>
                </a:cubicBezTo>
                <a:cubicBezTo>
                  <a:pt x="0" y="339"/>
                  <a:pt x="20" y="172"/>
                  <a:pt x="57" y="11"/>
                </a:cubicBezTo>
                <a:lnTo>
                  <a:pt x="59" y="0"/>
                </a:lnTo>
                <a:close/>
              </a:path>
            </a:pathLst>
          </a:custGeom>
          <a:gradFill>
            <a:gsLst>
              <a:gs pos="0">
                <a:srgbClr val="9DE3F2">
                  <a:alpha val="20000"/>
                </a:srgbClr>
              </a:gs>
              <a:gs pos="54000">
                <a:srgbClr val="99C7F6">
                  <a:alpha val="20000"/>
                </a:srgbClr>
              </a:gs>
              <a:gs pos="100000">
                <a:srgbClr val="4267F2">
                  <a:alpha val="2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12" name="文本框 7"/>
          <p:cNvSpPr txBox="1"/>
          <p:nvPr/>
        </p:nvSpPr>
        <p:spPr>
          <a:xfrm>
            <a:off x="5881370" y="1870075"/>
            <a:ext cx="32067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b="1">
                <a:solidFill>
                  <a:srgbClr val="4267F2"/>
                </a:solidFill>
                <a:latin typeface="微软雅黑" panose="020B0503020204020204" charset="-122"/>
                <a:ea typeface="微软雅黑" panose="020B0503020204020204" charset="-122"/>
              </a:rPr>
              <a:t>某某某技术部</a:t>
            </a:r>
            <a:endParaRPr lang="zh-CN" altLang="en-US" sz="2000" b="1">
              <a:solidFill>
                <a:srgbClr val="4267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 rot="5400000">
            <a:off x="11021060" y="5718810"/>
            <a:ext cx="1300480" cy="1041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0" h="2722">
                <a:moveTo>
                  <a:pt x="59" y="0"/>
                </a:moveTo>
                <a:lnTo>
                  <a:pt x="3400" y="0"/>
                </a:lnTo>
                <a:lnTo>
                  <a:pt x="3400" y="2376"/>
                </a:lnTo>
                <a:lnTo>
                  <a:pt x="3358" y="2402"/>
                </a:lnTo>
                <a:cubicBezTo>
                  <a:pt x="3024" y="2605"/>
                  <a:pt x="2631" y="2722"/>
                  <a:pt x="2212" y="2722"/>
                </a:cubicBezTo>
                <a:cubicBezTo>
                  <a:pt x="990" y="2722"/>
                  <a:pt x="0" y="1732"/>
                  <a:pt x="0" y="511"/>
                </a:cubicBezTo>
                <a:cubicBezTo>
                  <a:pt x="0" y="339"/>
                  <a:pt x="20" y="172"/>
                  <a:pt x="57" y="11"/>
                </a:cubicBezTo>
                <a:lnTo>
                  <a:pt x="59" y="0"/>
                </a:lnTo>
                <a:close/>
              </a:path>
            </a:pathLst>
          </a:custGeom>
          <a:gradFill>
            <a:gsLst>
              <a:gs pos="0">
                <a:srgbClr val="9DE3F2">
                  <a:alpha val="10000"/>
                </a:srgbClr>
              </a:gs>
              <a:gs pos="54000">
                <a:srgbClr val="99C7F6">
                  <a:alpha val="10000"/>
                </a:srgbClr>
              </a:gs>
              <a:gs pos="100000">
                <a:srgbClr val="4267F2">
                  <a:alpha val="1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grpSp>
        <p:nvGrpSpPr>
          <p:cNvPr id="17" name="组合 16"/>
          <p:cNvGrpSpPr/>
          <p:nvPr/>
        </p:nvGrpSpPr>
        <p:grpSpPr>
          <a:xfrm>
            <a:off x="5894070" y="3615055"/>
            <a:ext cx="5339080" cy="2498090"/>
            <a:chOff x="9282" y="5693"/>
            <a:chExt cx="8408" cy="3934"/>
          </a:xfrm>
        </p:grpSpPr>
        <p:sp>
          <p:nvSpPr>
            <p:cNvPr id="3" name="文本框 7"/>
            <p:cNvSpPr txBox="1"/>
            <p:nvPr/>
          </p:nvSpPr>
          <p:spPr>
            <a:xfrm>
              <a:off x="9282" y="5693"/>
              <a:ext cx="373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籍贯：广东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深圳</a:t>
              </a:r>
              <a:endParaRPr lang="zh-CN" altLang="en-US" sz="16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9282" y="6544"/>
              <a:ext cx="373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Base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：广东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深圳</a:t>
              </a:r>
              <a:endParaRPr lang="zh-CN" altLang="en-US" sz="16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9282" y="7395"/>
              <a:ext cx="373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毕业院校：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北大</a:t>
              </a:r>
              <a:endParaRPr lang="zh-CN" altLang="en-US" sz="16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7"/>
            <p:cNvSpPr txBox="1"/>
            <p:nvPr/>
          </p:nvSpPr>
          <p:spPr>
            <a:xfrm>
              <a:off x="9282" y="8246"/>
              <a:ext cx="840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最近工作经历： XX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</a:t>
              </a:r>
              <a:endParaRPr lang="zh-CN" altLang="en-US" sz="16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7"/>
            <p:cNvSpPr txBox="1"/>
            <p:nvPr/>
          </p:nvSpPr>
          <p:spPr>
            <a:xfrm>
              <a:off x="9282" y="9097"/>
              <a:ext cx="840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标签和爱好：喜欢运动，喜欢运动的同学请</a:t>
              </a:r>
              <a:r>
                <a:rPr lang="zh-CN" altLang="en-US" sz="16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带带我</a:t>
              </a:r>
              <a:endParaRPr lang="zh-CN" altLang="en-US" sz="16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559560" y="1557020"/>
            <a:ext cx="3589655" cy="4754880"/>
          </a:xfrm>
          <a:prstGeom prst="rect">
            <a:avLst/>
          </a:prstGeom>
          <a:gradFill flip="none" rotWithShape="1">
            <a:gsLst>
              <a:gs pos="0">
                <a:srgbClr val="9DE3F2">
                  <a:alpha val="90000"/>
                </a:srgbClr>
              </a:gs>
              <a:gs pos="100000">
                <a:srgbClr val="4267F2">
                  <a:alpha val="9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50800" dist="38100" dir="8100000" sx="97000" sy="97000" algn="tr" rotWithShape="0">
              <a:srgbClr val="103FEC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3" name="矩形 12"/>
          <p:cNvSpPr/>
          <p:nvPr/>
        </p:nvSpPr>
        <p:spPr>
          <a:xfrm>
            <a:off x="1161415" y="980440"/>
            <a:ext cx="3738880" cy="5136515"/>
          </a:xfrm>
          <a:prstGeom prst="rect">
            <a:avLst/>
          </a:prstGeom>
          <a:blipFill rotWithShape="1">
            <a:blip r:embed="rId2"/>
            <a:tile tx="0" ty="0" sx="80000" sy="80000" flip="none" algn="tl"/>
          </a:blipFill>
          <a:ln>
            <a:noFill/>
          </a:ln>
          <a:effectLst>
            <a:outerShdw blurRad="50800" dist="38100" dir="8100000" sx="97000" sy="97000" algn="tr" rotWithShape="0">
              <a:srgbClr val="103FEC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22" name="文本框 7"/>
          <p:cNvSpPr txBox="1"/>
          <p:nvPr/>
        </p:nvSpPr>
        <p:spPr>
          <a:xfrm>
            <a:off x="335915" y="476885"/>
            <a:ext cx="323215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6000" b="1">
                <a:solidFill>
                  <a:schemeClr val="bg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Hello !</a:t>
            </a:r>
            <a:endParaRPr lang="en-US" altLang="zh-CN" sz="6000" b="1">
              <a:solidFill>
                <a:schemeClr val="bg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79425" y="6525895"/>
            <a:ext cx="575945" cy="575945"/>
          </a:xfrm>
          <a:prstGeom prst="ellipse">
            <a:avLst/>
          </a:prstGeom>
          <a:solidFill>
            <a:srgbClr val="99F5C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951855" y="-387350"/>
            <a:ext cx="575945" cy="575945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881370" y="6454140"/>
            <a:ext cx="289560" cy="289560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7"/>
          <p:cNvSpPr txBox="1"/>
          <p:nvPr/>
        </p:nvSpPr>
        <p:spPr>
          <a:xfrm>
            <a:off x="5881370" y="2329815"/>
            <a:ext cx="32067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b="1">
                <a:solidFill>
                  <a:srgbClr val="4267F2"/>
                </a:solidFill>
                <a:latin typeface="微软雅黑" panose="020B0503020204020204" charset="-122"/>
                <a:ea typeface="微软雅黑" panose="020B0503020204020204" charset="-122"/>
              </a:rPr>
              <a:t>开发工程师</a:t>
            </a:r>
            <a:endParaRPr lang="zh-CN" altLang="en-US" sz="2000" b="1">
              <a:solidFill>
                <a:srgbClr val="4267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986145" y="3069590"/>
            <a:ext cx="1212215" cy="0"/>
          </a:xfrm>
          <a:prstGeom prst="line">
            <a:avLst/>
          </a:prstGeom>
          <a:ln w="15875">
            <a:solidFill>
              <a:srgbClr val="103F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/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李笑雷</dc:creator>
  <cp:lastModifiedBy>Dancer_Li</cp:lastModifiedBy>
  <cp:revision>19</cp:revision>
  <dcterms:created xsi:type="dcterms:W3CDTF">2021-08-04T05:50:00Z</dcterms:created>
  <dcterms:modified xsi:type="dcterms:W3CDTF">2021-08-09T10:26:29Z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1040914CDD49417D809EA2DD8B853E30</vt:lpwstr>
  </property>
</Properties>
</file>